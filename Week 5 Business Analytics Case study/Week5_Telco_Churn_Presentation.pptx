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73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2733"/>
                </a:solidFill>
                <a:latin typeface="Arial"/>
              </a:rPr>
              <a:t>Churn Rate by Contract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73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2733"/>
                </a:solidFill>
                <a:latin typeface="Arial"/>
              </a:rPr>
              <a:t>Churn Rate by Payment Method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Electronic check</c:v>
                  </c:pt>
                  <c:pt idx="1">
                    <c:v>Mailed check</c:v>
                  </c:pt>
                  <c:pt idx="2">
                    <c:v>Bank transfer</c:v>
                  </c:pt>
                  <c:pt idx="3">
                    <c:v>Credit card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</c:v>
                </c:pt>
                <c:pt idx="1">
                  <c:v>19.1</c:v>
                </c:pt>
                <c:pt idx="2">
                  <c:v>16.7</c:v>
                </c:pt>
                <c:pt idx="3">
                  <c:v>15.2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</c:scaling>
        <c:delete val="0"/>
        <c:axPos val="b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73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2733"/>
                </a:solidFill>
                <a:latin typeface="Arial"/>
              </a:rPr>
              <a:t>Churn Rate by Internet Service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Fiber optic</c:v>
                  </c:pt>
                  <c:pt idx="1">
                    <c:v>DSL</c:v>
                  </c:pt>
                  <c:pt idx="2">
                    <c:v>No internet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41.9</c:v>
                </c:pt>
                <c:pt idx="1">
                  <c:v>19</c:v>
                </c:pt>
                <c:pt idx="2">
                  <c:v>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73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2733"/>
                </a:solidFill>
                <a:latin typeface="Arial"/>
              </a:rPr>
              <a:t>Average Tenure (months) by Churn Status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Tenure (months)</c:v>
                </c:pt>
              </c:strCache>
            </c:strRef>
          </c:tx>
          <c:spPr>
            <a:solidFill>
              <a:srgbClr val="2129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Churned</c:v>
                  </c:pt>
                  <c:pt idx="1">
                    <c:v>Retained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37.6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Analytics Case Study — Telco Dataset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AnalystLab Africa Data Analytics Internship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08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company is losing customers at a meaningful scale and needs to understand why — and what it can do about 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200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customers leaving?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underlying behavioral and account-level patterns.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292608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3200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9160" y="39319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segments are highest-risk?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4709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the customer groups most likely to churn.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292608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3200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95360" y="39319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the business do?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0" y="4709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patterns into concrete, actionable steps.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Dataset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745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11880" y="2697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per Customer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745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37960" y="2697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0" y="17373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0" y="18745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464040" y="2697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cleaning)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Categories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425196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— gender, senior citizen, partner, dependents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info — tenure, contract type, payment method, billing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— internet, phone, streaming, security add-ons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— monthly and total charges billed to date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3749040"/>
            <a:ext cx="51206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Note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434340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records had a blank TotalCharges value — all brand-new customers with zero tenure. These were set to 0 and the column converted to a proper numeric type.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Visualizations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contract type and payment method, vs. the 26.5% baseline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394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463040"/>
          <a:ext cx="5394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Visualizations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internet service, and average tenure by churn status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394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463040"/>
          <a:ext cx="5394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2618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is the biggest lever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0" y="126187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15x more than two-year contract holders.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2219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friction drives churn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0" y="222199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users churn far more than customers on automatic payment.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1821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customers churn most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318211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subscribers — the top service tier — have the highest churn rate.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414223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concentrated early 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0" y="414223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average 18 months of tenure vs. 37.6 for retained customers.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51023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a secondary factor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0" y="510235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pay ~$13/month more on average — a real but smaller gap.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longer contracts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or perk for switching month-to-month → 1-2 year plans.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1945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automatic payments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78892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incentive to move off electronic check onto autopay.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49640" y="21945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fiber experience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49640" y="278892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or pricing review for the highest-churn service tier.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8006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early retention program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3949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check-ins and milestones in the first 18 months.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3977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4206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63440" y="48006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pricing with contract/payment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63440" y="53949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offers to contract length or payment switch, not blanket cuts.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365760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leave mainly because they can — lacking a long-term contract — and because paying is a hassle, not primarily because of cost.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contract flexibility and payment convenience, alongside a focused look at the fiber optic experience, are the most promising levers for reducing churn — and the clearest next steps for the business.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Data Analytics Internship · Week 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2026-08-02T18:01:01Z</dcterms:created>
  <dcterms:modified xsi:type="dcterms:W3CDTF">2026-08-02T18:01:01Z</dcterms:modified>
</cp:coreProperties>
</file>